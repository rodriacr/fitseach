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8495" y="4297680"/>
            <a:ext cx="2926080" cy="2926080"/>
          </a:xfrm>
          <a:prstGeom prst="ellipse">
            <a:avLst/>
          </a:prstGeom>
          <a:solidFill>
            <a:srgbClr val="1C7C8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62895" y="4937760"/>
            <a:ext cx="1828800" cy="1828800"/>
          </a:xfrm>
          <a:prstGeom prst="ellipse">
            <a:avLst/>
          </a:prstGeom>
          <a:solidFill>
            <a:srgbClr val="E8734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85855" y="4023360"/>
            <a:ext cx="1188720" cy="118872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9556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PTY4614 — CAPSTONE  ·  EVALUACIÓN FASE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</a:t>
            </a:r>
            <a:pPr indent="0" marL="0">
              <a:buNone/>
            </a:pPr>
            <a:r>
              <a:rPr lang="en-US" sz="9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 APT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D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inteligente de salud, deporte y bienestar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237744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800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Cárcamo   ·   Luis Méndez   ·   Nicolás Silva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193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Ágil (Scrum)  ·  31 agosto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tsearch_ppt/assets/duocu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02336"/>
            <a:ext cx="1078992" cy="2645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2608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548640" y="12070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1517904"/>
            <a:ext cx="9265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FitSearch?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2395728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responsiva que conecta a los usuarios con profesionales, instituciones y servicios de salud, deporte y bienestar, usando principalmente la ubicación del usuario, sus necesidades y herramientas de inteligencia artificial.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3813048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un directorio tradicional, no depende solo de profesionales registrados voluntariamente: también incorpora información de fuentes externas y públicas, permitiendo que un profesional luego reclame y administre su propio perfil.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78040" y="23957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80960" y="2395728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680960" y="2688336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profesionales y establecimientos por ubicación y especialidad.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78040" y="3355848"/>
            <a:ext cx="44650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78040" y="349300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80960" y="3493008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Orientar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680960" y="3785616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Conversar con un asistente de IA sobre salud, nutrición y deporte.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178040" y="4453128"/>
            <a:ext cx="44650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78040" y="45902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80960" y="4590288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seguimiento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680960" y="4882896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alimentación en lenguaje natural y seguir calorías/macros.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598932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610819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  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Ágil (Scrum)     </a:t>
            </a:r>
            <a:pPr indent="0" marL="0">
              <a:buNone/>
            </a:pPr>
            <a:r>
              <a:rPr lang="en-US" sz="1150" b="1" spc="15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  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integrantes     </a:t>
            </a:r>
            <a:pPr indent="0" marL="0">
              <a:buNone/>
            </a:pPr>
            <a:r>
              <a:rPr lang="en-US" sz="1150" b="1" spc="15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  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 (Capstone PTY4614)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FitSearch — Definición del Proyecto APT (Fase 1)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tsearch_ppt/assets/duocu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02336"/>
            <a:ext cx="1078992" cy="2645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2608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548640" y="12070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1517904"/>
            <a:ext cx="9265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aborda FitSearch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02920" y="22585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EDE1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7" name="Text 4"/>
          <p:cNvSpPr/>
          <p:nvPr/>
        </p:nvSpPr>
        <p:spPr>
          <a:xfrm>
            <a:off x="1051560" y="2532888"/>
            <a:ext cx="100885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personas que buscan mejorar su salud, condición física o alimentación deben recurrir a distintas aplicaciones o directorios dispersos para encontrar profesionales, informarse y llevar seguimiento de su progreso, lo que dificulta un proceso que debería ser simple y guiado.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4178808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3434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 IDENTIFICADAS PARA EL DESARROLLO DEL PROYECTO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4773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4773168"/>
            <a:ext cx="467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del asistente de IA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51560" y="5065776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el asistente (function calling) con las herramientas internas de la plataforma.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95848" y="4773168"/>
            <a:ext cx="0" cy="146304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1608" y="47731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64528" y="4773168"/>
            <a:ext cx="467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de horarios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64528" y="5065776"/>
            <a:ext cx="467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Alinear al equipo de 3 personas para las reuniones ágiles del proyecto.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FitSearch — Definición del Proyecto APT (Fase 1)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tsearch_ppt/assets/duocu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02336"/>
            <a:ext cx="1078992" cy="2645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2608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548640" y="12070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1517904"/>
            <a:ext cx="9265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 y específicos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2395728"/>
            <a:ext cx="11094415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505456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779776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FitSearch, una plataforma web responsiva que permita encontrar de forma rápida y geolocalizada profesionales y establecimientos de salud, deporte y bienestar, apoyada por un asistente de IA y herramientas de seguimiento nutricional.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63016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40416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4041648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autenticación y perfiles de usuarios y profesionales.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4663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466344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y buscador geolocalizado con filtros por especialidad, distancia y disponibilidad.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52852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5285232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 resultados en mapa y en lista.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59070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5907024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IA que oriente, resuelva dudas generales y recomiende profesionales.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70168" y="40416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27368" y="4041648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alimentación: registro por lenguaje natural y cálculo de calorías/macronutrientes.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70168" y="4663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27368" y="466344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relacional y escalable en MySQL.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70168" y="52852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27368" y="5285232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con contenedores Docker para portabilidad e instalación fácil.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95848" y="4041648"/>
            <a:ext cx="0" cy="233172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FitSearch — Definición del Proyecto APT (Fase 1)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tsearch_ppt/assets/duocu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02336"/>
            <a:ext cx="1078992" cy="2645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2608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548640" y="12070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1517904"/>
            <a:ext cx="9265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MVP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239572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EL MVP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880360"/>
            <a:ext cx="109728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807208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 y perfiles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47288"/>
            <a:ext cx="109728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374136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y búsqueda geolocalizada de profesionales/establecimientos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014216"/>
            <a:ext cx="109728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941064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IA con orientación general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581144"/>
            <a:ext cx="109728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507992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alimentación con registro por lenguaje natural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95848" y="2395728"/>
            <a:ext cx="0" cy="292608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61608" y="239572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 (ESTE SEMESTRE)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61608" y="2880360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1A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35928" y="2807208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461608" y="3447288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1A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35928" y="3374136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61608" y="4014216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1A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35928" y="3941064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avanzada de profesionales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61608" y="4581144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1A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35928" y="4507992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con wearables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5276088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54223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3 integrantes  ·  18 semanas (11 efectivas de construcción)  ·  dependencia de Google Maps Platform y de la API de Claude (Anthropic)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FitSearch — Definición del Proyecto APT (Fase 1)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itsearch_ppt/assets/duocu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02336"/>
            <a:ext cx="1078992" cy="2645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92608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548640" y="12070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48640" y="1517904"/>
            <a:ext cx="9265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Etapas de desarrollo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85800" y="2414016"/>
            <a:ext cx="9144" cy="0"/>
          </a:xfrm>
          <a:prstGeom prst="line">
            <a:avLst/>
          </a:prstGeom>
          <a:noFill/>
          <a:ln w="19050">
            <a:solidFill>
              <a:srgbClr val="E2E5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505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489149" y="2414016"/>
            <a:ext cx="7213397" cy="0"/>
          </a:xfrm>
          <a:prstGeom prst="line">
            <a:avLst/>
          </a:prstGeom>
          <a:noFill/>
          <a:ln w="19050">
            <a:solidFill>
              <a:srgbClr val="E2E5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89149" y="2505456"/>
            <a:ext cx="72133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CONSTRUCCIÓN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1505895" y="2414016"/>
            <a:ext cx="9144" cy="0"/>
          </a:xfrm>
          <a:prstGeom prst="line">
            <a:avLst/>
          </a:prstGeom>
          <a:noFill/>
          <a:ln w="19050">
            <a:solidFill>
              <a:srgbClr val="E2E5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05895" y="2505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5800" y="3310128"/>
            <a:ext cx="10820095" cy="0"/>
          </a:xfrm>
          <a:prstGeom prst="line">
            <a:avLst/>
          </a:prstGeom>
          <a:noFill/>
          <a:ln w="19050">
            <a:solidFill>
              <a:srgbClr val="E2E5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" y="3227832"/>
            <a:ext cx="164592" cy="164592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-182880" y="35112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-182880" y="37856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1-4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-182880" y="4041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406853" y="3227832"/>
            <a:ext cx="164592" cy="164592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20469" y="35112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620469" y="37856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5-6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620469" y="4041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y autenticación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210202" y="3227832"/>
            <a:ext cx="164592" cy="164592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3818" y="35112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423818" y="37856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7-8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423818" y="4041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de profesionales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995264" y="3209544"/>
            <a:ext cx="201168" cy="201168"/>
          </a:xfrm>
          <a:prstGeom prst="ellipse">
            <a:avLst/>
          </a:prstGeom>
          <a:solidFill>
            <a:srgbClr val="E87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27168" y="35112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227168" y="37856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9-10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227168" y="4041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geolocalizada · Hito control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816901" y="3227832"/>
            <a:ext cx="164592" cy="164592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030517" y="35112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030517" y="37856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11-12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030517" y="4041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IA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9601962" y="3209544"/>
            <a:ext cx="201168" cy="201168"/>
          </a:xfrm>
          <a:prstGeom prst="ellipse">
            <a:avLst/>
          </a:prstGeom>
          <a:solidFill>
            <a:srgbClr val="E873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833866" y="35112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8833866" y="37856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13-15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833866" y="4041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alimentación · Hito cierre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11423599" y="3227832"/>
            <a:ext cx="164592" cy="164592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637215" y="35112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10637215" y="37856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16-18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0637215" y="4041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y defensa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48640" y="5989320"/>
            <a:ext cx="11094415" cy="0"/>
          </a:xfrm>
          <a:prstGeom prst="line">
            <a:avLst/>
          </a:prstGeom>
          <a:noFill/>
          <a:ln w="9525">
            <a:solidFill>
              <a:srgbClr val="E2E5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" y="6089904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semanas durante la Fase 2 (Sprint 5 de 3 semanas)  ·  Metodología Scrum con Sprint Planning, Daily, Sprint Review y Retrospectiva en cada sprint.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FitSearch — Definición del Proyecto APT (Fase 1)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914400"/>
            <a:ext cx="2377440" cy="2377440"/>
          </a:xfrm>
          <a:prstGeom prst="ellipse">
            <a:avLst/>
          </a:prstGeom>
          <a:solidFill>
            <a:srgbClr val="1C7C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5394960"/>
            <a:ext cx="2377440" cy="2377440"/>
          </a:xfrm>
          <a:prstGeom prst="ellipse">
            <a:avLst/>
          </a:prstGeom>
          <a:solidFill>
            <a:srgbClr val="E8734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19556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Duoc</a:t>
            </a:r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92608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517904"/>
            <a:ext cx="9265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la Fase 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D7DE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idea original de FitSearch era demasiado amplia para un Capstone de 18 semanas: definir un Producto Mínimo Viable claro fue el resultado más importante de esta etapa.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630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validado con dos profesionales reales (preparador físico y nutricionista)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0507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4050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 compartido por todo el equipo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44714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447141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inicial: 11 historias de usuario priorizadas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4892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892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Scrum claramente asignados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495544"/>
            <a:ext cx="841248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64184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alcance definido es técnicamente factible con el stack y el plazo actuales, dando al equipo un punto de partida sólido para la Fase de Construcción.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FitSearch — Definición del Proyecto APT (Fase 1)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728655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2026-08-31T07:32:15Z</dcterms:created>
  <dcterms:modified xsi:type="dcterms:W3CDTF">2026-08-31T07:32:15Z</dcterms:modified>
</cp:coreProperties>
</file>