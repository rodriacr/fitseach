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1twQVD23GgowLXgMVLIQf+Ust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316A9-E833-45F4-90EB-160F3D3207EE}">
  <a:tblStyle styleId="{182316A9-E833-45F4-90EB-160F3D3207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7010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37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06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7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VE" b="1" dirty="0"/>
              <a:t>Hoja de ruta del producto </a:t>
            </a:r>
            <a:br>
              <a:rPr lang="es-VE" b="1" dirty="0"/>
            </a:br>
            <a:r>
              <a:rPr lang="es-VE" b="1" dirty="0"/>
              <a:t>(Agile </a:t>
            </a:r>
            <a:r>
              <a:rPr lang="es-VE" b="1" dirty="0" err="1"/>
              <a:t>Roadmap</a:t>
            </a:r>
            <a:r>
              <a:rPr lang="es-VE" b="1" dirty="0"/>
              <a:t>)</a:t>
            </a:r>
            <a:r>
              <a:rPr lang="es-VE" sz="2400" b="1" dirty="0">
                <a:solidFill>
                  <a:srgbClr val="00B050"/>
                </a:solidFill>
              </a:rPr>
              <a:t> </a:t>
            </a:r>
            <a:br>
              <a:rPr lang="es-VE" sz="2400" b="1" dirty="0">
                <a:solidFill>
                  <a:srgbClr val="00B050"/>
                </a:solidFill>
              </a:rPr>
            </a:br>
            <a:r>
              <a:rPr lang="es-VE" sz="2400" b="1" dirty="0">
                <a:solidFill>
                  <a:schemeClr val="tx1"/>
                </a:solidFill>
              </a:rPr>
              <a:t>“FitSearch”</a:t>
            </a:r>
            <a:r>
              <a:rPr lang="es-VE" sz="2400" b="1" dirty="0" err="1">
                <a:solidFill>
                  <a:schemeClr val="tx1"/>
                </a:solidFill>
              </a:rPr>
              <a:t/>
            </a:r>
            <a:r>
              <a:rPr lang="es-VE" sz="2400" b="1" dirty="0">
                <a:solidFill>
                  <a:schemeClr val="tx1"/>
                </a:solidFill>
              </a:rPr>
              <a:t/>
            </a:r>
            <a:endParaRPr sz="2400" b="1" dirty="0">
              <a:solidFill>
                <a:schemeClr val="tx1"/>
              </a:solidFill>
              <a:sym typeface="Calibri"/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1513638" y="4229405"/>
            <a:ext cx="6116724" cy="213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s-VE" sz="2800" b="1" dirty="0"/>
              <a:t>Período: </a:t>
            </a:r>
            <a:r>
              <a:rPr lang="es-VE" sz="2800" b="1" dirty="0">
                <a:solidFill>
                  <a:srgbClr val="00B050"/>
                </a:solidFill>
              </a:rPr>
              <a:t/>
            </a:r>
            <a:r>
              <a:rPr lang="es-VE" sz="2800" b="1" dirty="0" err="1">
                <a:solidFill>
                  <a:srgbClr val="00B050"/>
                </a:solidFill>
              </a:rPr>
              <a:t>10-08-2026</a:t>
            </a:r>
            <a:r>
              <a:rPr lang="es-VE" sz="2800" b="1" dirty="0">
                <a:solidFill>
                  <a:srgbClr val="00B050"/>
                </a:solidFill>
              </a:rPr>
              <a:t/>
            </a:r>
            <a:r>
              <a:rPr lang="es-VE" sz="2800" b="1" dirty="0" err="1">
                <a:solidFill>
                  <a:srgbClr val="00B050"/>
                </a:solidFill>
              </a:rPr>
              <a:t/>
            </a:r>
            <a:r>
              <a:rPr lang="es-VE" sz="2800" b="1" dirty="0">
                <a:solidFill>
                  <a:srgbClr val="00B050"/>
                </a:solidFill>
              </a:rPr>
              <a:t> al </a:t>
            </a:r>
            <a:r>
              <a:rPr lang="es-VE" sz="2800" b="1" dirty="0" err="1">
                <a:solidFill>
                  <a:srgbClr val="00B050"/>
                </a:solidFill>
              </a:rPr>
              <a:t>11-12-2026</a:t>
            </a:r>
            <a:r>
              <a:rPr lang="es-VE" sz="2800" b="1" dirty="0">
                <a:solidFill>
                  <a:srgbClr val="00B050"/>
                </a:solidFill>
              </a:rPr>
              <a:t/>
            </a:r>
            <a:r>
              <a:rPr lang="es-VE" sz="2800" b="1" dirty="0" err="1">
                <a:solidFill>
                  <a:srgbClr val="00B050"/>
                </a:solidFill>
              </a:rPr>
              <a:t/>
            </a:r>
            <a:r>
              <a:rPr lang="es-VE" sz="2800" b="1" dirty="0">
                <a:solidFill>
                  <a:srgbClr val="00B050"/>
                </a:solidFill>
              </a:rPr>
              <a:t/>
            </a:r>
            <a:endParaRPr dirty="0"/>
          </a:p>
          <a:p>
            <a:pPr marL="0" lvl="0" indent="0" algn="l">
              <a:spcBef>
                <a:spcPts val="434"/>
              </a:spcBef>
              <a:buSzPct val="100000"/>
            </a:pPr>
            <a:r>
              <a:rPr lang="es-VE" sz="2800" b="1" dirty="0"/>
              <a:t>Organización: </a:t>
            </a:r>
            <a:r>
              <a:rPr lang="es-ES" sz="2800" b="1" dirty="0" err="1"/>
              <a:t>Duoc</a:t>
            </a:r>
            <a:r>
              <a:rPr lang="es-ES" sz="2800" b="1" dirty="0"/>
              <a:t> UC. Escuela de Informática y Telecomunicaciones</a:t>
            </a:r>
            <a:endParaRPr lang="es-VE" sz="2800" b="1" dirty="0" smtClean="0"/>
          </a:p>
          <a:p>
            <a:pPr marL="0" lvl="0" indent="0" algn="l">
              <a:spcBef>
                <a:spcPts val="434"/>
              </a:spcBef>
              <a:buSzPct val="100000"/>
            </a:pPr>
            <a:r>
              <a:rPr lang="es-VE" sz="2800" b="1" dirty="0" smtClean="0"/>
              <a:t>Cliente</a:t>
            </a:r>
            <a:r>
              <a:rPr lang="es-VE" sz="2800" b="1" dirty="0"/>
              <a:t>: </a:t>
            </a:r>
            <a:r>
              <a:rPr lang="es-VE" sz="2800" b="1" dirty="0"/>
              <a:t>Proyecto académico (Capstone PTY4614)</a:t>
            </a:r>
            <a:r>
              <a:rPr lang="es-VE" sz="2800" b="1" dirty="0" err="1"/>
              <a:t/>
            </a:r>
            <a:endParaRPr lang="es-VE" sz="2800" b="1" dirty="0" smtClean="0"/>
          </a:p>
          <a:p>
            <a:pPr marL="0" lvl="0" indent="0" algn="l" rtl="0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s-VE" sz="2800" b="1" dirty="0" smtClean="0"/>
              <a:t>Dueño </a:t>
            </a:r>
            <a:r>
              <a:rPr lang="es-VE" sz="2800" b="1" dirty="0"/>
              <a:t>del producto (</a:t>
            </a:r>
            <a:r>
              <a:rPr lang="es-VE" sz="2800" b="1" dirty="0" err="1"/>
              <a:t>Owner</a:t>
            </a:r>
            <a:r>
              <a:rPr lang="es-VE" sz="2800" b="1" dirty="0"/>
              <a:t>): </a:t>
            </a:r>
            <a:r>
              <a:rPr lang="es-VE" sz="2800" b="1" dirty="0" smtClean="0"/>
              <a:t>Rodrigo Cárcamo Rojas </a:t>
            </a:r>
            <a:r>
              <a:rPr lang="es-VE" sz="2800" b="1" dirty="0" err="1" smtClean="0"/>
              <a:t>Scrum</a:t>
            </a:r>
            <a:r>
              <a:rPr lang="es-VE" sz="2800" b="1" dirty="0" smtClean="0"/>
              <a:t> </a:t>
            </a:r>
            <a:r>
              <a:rPr lang="es-VE" sz="2800" b="1" dirty="0"/>
              <a:t>Master: </a:t>
            </a:r>
            <a:r>
              <a:rPr lang="es-VE" sz="2800" b="1" dirty="0" smtClean="0">
                <a:solidFill>
                  <a:schemeClr val="bg1">
                    <a:lumMod val="50000"/>
                  </a:schemeClr>
                </a:solidFill>
              </a:rPr>
              <a:t>Luis Méndez</a:t>
            </a:r>
            <a:endParaRPr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2</a:t>
            </a:fld>
            <a:endParaRPr/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251520" y="14847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{182316A9-E833-45F4-90EB-160F3D3207EE}</a:tableStyleId>
              </a:tblPr>
              <a:tblGrid>
                <a:gridCol w="2520275"/>
                <a:gridCol w="1512175"/>
                <a:gridCol w="1584175"/>
                <a:gridCol w="1512175"/>
                <a:gridCol w="1512175"/>
              </a:tblGrid>
              <a:tr h="14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FitSearch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Sprints 1-2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Sprints 3-4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Sprint 5 / F3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Post-Capstone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Gestión de Usuarios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Profesionales y Búsqueda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Asistente de IA y Alimentación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Infraestructura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"/>
          <p:cNvSpPr/>
          <p:nvPr/>
        </p:nvSpPr>
        <p:spPr>
          <a:xfrm>
            <a:off x="2987824" y="2276872"/>
            <a:ext cx="1152128" cy="198022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Registro y login (Sprint 1)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55976" y="2564904"/>
            <a:ext cx="2088232" cy="200144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 básicos del perfil (Sprint 1)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660232" y="2888940"/>
            <a:ext cx="1656184" cy="18002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Reclamación de perfiles (V2)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2987824" y="3356992"/>
            <a:ext cx="2664296" cy="18002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Directorio y búsqueda geolocalizada (Sprints 2-3)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652120" y="3753036"/>
            <a:ext cx="3034680" cy="18002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Reservas y agenda de citas (V2)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987824" y="4419110"/>
            <a:ext cx="2016224" cy="162018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Asistente de orientación IA (Sprint 4)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5221052" y="4725144"/>
            <a:ext cx="1583196" cy="18002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alimentación NL (Sprint 5)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948264" y="5024202"/>
            <a:ext cx="1872208" cy="13299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Wearables y teleatención (V3)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904000" y="5497108"/>
            <a:ext cx="1450000" cy="164139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Configuración Docker (Sprint 5)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005264" y="5829300"/>
            <a:ext cx="1375048" cy="16701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 y despliegue final (Fase 3)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517432" y="6067425"/>
            <a:ext cx="1303040" cy="17540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Escalamiento a producción real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Presentación en pantalla (4:3)</PresentationFormat>
  <Paragraphs>27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Hoja de ruta del producto  (Agile Roadmap)  “Sistema Web Hotel Veranum”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Hoja de ruta del producto  (Agile Roadmap)  “Sistema Web Hotel Veranum”</dc:title>
  <dc:creator>admin</dc:creator>
  <cp:lastModifiedBy>VICTOR MANUEL MARTINEZ SOTO</cp:lastModifiedBy>
  <cp:revision>1</cp:revision>
  <dcterms:created xsi:type="dcterms:W3CDTF">2013-07-13T16:52:20Z</dcterms:created>
  <dcterms:modified xsi:type="dcterms:W3CDTF">2022-06-05T01:54:08Z</dcterms:modified>
</cp:coreProperties>
</file>